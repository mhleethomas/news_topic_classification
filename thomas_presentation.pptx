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 &amp;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Preparation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Ming-Hsiang Lee  (lee.minghsi@northeastern.edu)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431596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BBBB"/>
                </a:solidFill>
              </a:rPr>
              <a:t>Data Download  ·  Preprocessing  ·  Dataset Migration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82296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566928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3856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Download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54680" y="10607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Wrote download_data.py to fetch BBC News and AG News automatically from HuggingFace — no API key, one command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src/download_data.py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01952"/>
            <a:ext cx="566928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0195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19751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Built full preprocessing pipeline: text cleaning, stratified splits, shared column schema, debug subset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33856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src/data_preprocessing.py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8229600" cy="82296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16352"/>
            <a:ext cx="566928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1635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Migration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28895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Switched from BBC News (5 classes, 1.2k) to AG News (4 classes, 127.6k) — rewrote both scripts, designed split 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" y="3319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src/download_data.py  ·  src/data_preprocessing.py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30752"/>
            <a:ext cx="566928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30752"/>
            <a:ext cx="566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822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Infrastructure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380390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Committed all data to repo, defined shared LABEL_MAP, organized bbc/ and agnews/ folders, documented in README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3856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·  README.md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 &amp;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5087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Planned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868680"/>
            <a:ext cx="33375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Actual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868680"/>
            <a:ext cx="35204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868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Key Events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356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Week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Mar 28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Finalize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&amp; preprocessing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7488" y="1618488"/>
            <a:ext cx="347472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6184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ON TRACK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32120" y="1399032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</a:rPr>
              <a:t>Mar 28 — BBC News pipeline complete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download_data.py + data_preprocessing.py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All processed CSVs committed to repo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58568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682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Week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Mar 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23957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Baseline 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(n-gram + LR)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7488" y="2551176"/>
            <a:ext cx="347472" cy="292608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AHEAD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532120" y="2331720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</a:rPr>
              <a:t>Mar 30 — Baseline + BERT both added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Both pipelines completed in the same week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(Proposal had them in separate weeks)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8229600" cy="86868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009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Week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Apr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21408" y="33284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Fine-tune BERT;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compare vs baseline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47488" y="3483864"/>
            <a:ext cx="347472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48386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ON TRACK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532120" y="3264408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</a:rPr>
              <a:t>Apr 1 — Evaluation &amp; error analysis added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BBC test accuracy: ~97.8% (baseline)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Results solid — but dataset felt too small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123944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336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Week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Apr 4–5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21408" y="42611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Error analysis,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findings, presentation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4416552"/>
            <a:ext cx="347472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44165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EXPANDED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532120" y="4197096"/>
            <a:ext cx="30175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</a:rPr>
              <a:t>Apr 4 — Decided to add AG News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Thomas migrated pipeline; Ruoxuan + Xinyan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updated their scripts within 2 days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1645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672584"/>
            <a:ext cx="8092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Week 4 change: BBC ran with ~97.8% test accuracy — but 1,194 articles felt too small for a meaningful BERT comparison. Team decided to also run AG News (127.6k) for a more rigorous benchmark.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11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24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Phase 1: BBC News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1,194 articles (after cleaning)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5 categories: Business, Entertainment,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Politics, Sport, Tech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Full news articles — clean, well-labeled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Source: HuggingFace SetFit/bbc-news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Split: 70 / 15 / 15  (train / val / test)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611880"/>
          </a:xfrm>
          <a:prstGeom prst="rect">
            <a:avLst/>
          </a:prstGeom>
          <a:solidFill>
            <a:srgbClr val="F5F0E8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24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B8A"/>
                </a:solidFill>
              </a:rPr>
              <a:t>Phase 2: AG News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127,600 articles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4 categories: World, Sports,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Business, Sci/Tech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Short news titles + descriptions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Source: HuggingFace fancyzhx/ag_news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Split: official test kept as-is;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val carved from train (85 / 15)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4544568"/>
            <a:ext cx="4023360" cy="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9260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src/data_preprocessing.py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3035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44752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load_dataset()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Auto-detect CSV or folder layout; handle column renaming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0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029968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002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02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Strip non-ASCII, collapse whitespace — preserve original casing for BERT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96312"/>
            <a:ext cx="8229600" cy="53035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5184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2587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587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Drop nulls &amp; duplicates; add label_id and text_lower columns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81528"/>
            <a:ext cx="822960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200400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split_dataset()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Stratified split — BBC: 70/15/15  ·  AG News: 85/15 train+val, official test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66744"/>
            <a:ext cx="8229600" cy="53035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785616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9264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make_debug_subset()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3758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10 samples per class (40–50 rows) — fast smoke-testing for teammates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530352"/>
          </a:xfrm>
          <a:prstGeom prst="rect">
            <a:avLst/>
          </a:prstGeom>
          <a:solidFill>
            <a:srgbClr val="F5F0E8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370832"/>
            <a:ext cx="292608" cy="29260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9264" y="4343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save_splits()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Write train / val / test / debug CSVs to data/processed/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random_state = 42 throughout — fully reproducible splits every run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Shared Column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All four CSVs (train / val / test / debug) share the same four columns — one format for all models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388620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Used 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Category name, lowercase — e.g. 'sport'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Everyone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Integer encoding (e.g. business=0)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Ruoxuan, Xinyan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Cleaned article — original casing preserved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B8A"/>
                          </a:solidFill>
                        </a:rPr>
                        <a:t>Xinyan (BERT)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text_lower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Same text, fully lowercased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B8A"/>
                          </a:solidFill>
                        </a:rPr>
                        <a:t>Ruoxuan (TF-IDF / LR)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3931920" cy="123444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37560"/>
            <a:ext cx="20116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Design note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749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 keeps original casing — BERT is case-sensitive.
</a:t>
            </a:r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text_lower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 is pre-lowercased for the n-gram baseline.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One shared file, zero conversion needed.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3337560"/>
            <a:ext cx="4160520" cy="1234440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3337560"/>
            <a:ext cx="25603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Import in any script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src.data_preprocessing import LABEL_MAP, ID_TO_LABEL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LABEL_MAP:   {'business': 0, 'sport': 3, ...}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ID_TO_LABEL: {0: 'business', 3: 'sport', ...}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 News Migration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91640" y="88696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</a:rPr>
              <a:t>BBC News (1.2k articles) was too small to stress-test BERT. AG News (127.6k) is a standard benchmark with a balanced 4-class setup.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2860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Split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56032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102,000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rows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85% of official train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</a:rPr>
              <a:t>Stratified by class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560320" cy="2560320"/>
          </a:xfrm>
          <a:prstGeom prst="rect">
            <a:avLst/>
          </a:prstGeom>
          <a:solidFill>
            <a:srgbClr val="FAF7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18,000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4290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15% of official train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Carved — not from test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828800"/>
            <a:ext cx="2560320" cy="2560320"/>
          </a:xfrm>
          <a:prstGeom prst="rect">
            <a:avLst/>
          </a:prstGeom>
          <a:solidFill>
            <a:srgbClr val="FAF7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7,600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2179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rows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Official AG News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</a:rPr>
              <a:t>Kept completely unchanged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Official test is kept unchanged — results are directly comparable to published AG News benchmarks. All 4 classes perfectly balanced (25% each).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Folder Structure &amp; Team Handoff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2024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3990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bbc-text.csv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956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ag_news_train.csv   (120k rows)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922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ag_news_test.csv    (7.6k rows)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888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processed/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bbc/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820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train / val / test / debug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agnews/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7752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train.csv   (102,000 rows)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val.csv     ( 18,000 rows)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1683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test.csv    (  7,600 rows)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debug.csv   (     40 rows)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960120"/>
            <a:ext cx="3474720" cy="107899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960120"/>
            <a:ext cx="27432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Both datasets preserved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399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BBC data stays in bbc/, AG News in agnews/. Switch datasets by changing one path.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2167128"/>
            <a:ext cx="3474720" cy="107899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2167128"/>
            <a:ext cx="27432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167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All data committed to repo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606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Teammates only need  pip install  to start — no download or preprocessing step.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3374136"/>
            <a:ext cx="3474720" cy="1078992"/>
          </a:xfrm>
          <a:prstGeom prst="rect">
            <a:avLst/>
          </a:prstGeom>
          <a:solidFill>
            <a:srgbClr val="FAF7F2"/>
          </a:solidFill>
          <a:ln w="12700">
            <a:solidFill>
              <a:srgbClr val="D8D0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3374136"/>
            <a:ext cx="27432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374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debug.csv in both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3813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40 rows (AG News) and 50 rows (BBC) — 10 per class — for fast smoke-testing without a full training run.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Ming-Hsiang Lee  ·  Data Pipeline &amp; Preprocessing  ·  News Topic Classification  ·  Group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Ming-Hsiang Lee  ·  lee.minghsi@northeastern.edu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3159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src/download_data.py  ·  src/data_preprocessing.py  ·  data/processed/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Pipeline &amp; Dataset Preparation</dc:title>
  <dc:subject>PptxGenJS Presentation</dc:subject>
  <dc:creator>Thomas Lee</dc:creator>
  <cp:lastModifiedBy>Thomas Lee</cp:lastModifiedBy>
  <cp:revision>1</cp:revision>
  <dcterms:created xsi:type="dcterms:W3CDTF">2026-04-08T20:21:53Z</dcterms:created>
  <dcterms:modified xsi:type="dcterms:W3CDTF">2026-04-08T20:21:53Z</dcterms:modified>
</cp:coreProperties>
</file>