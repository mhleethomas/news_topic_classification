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8229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Pipeline &amp;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Dataset Preparation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31596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BBBBB"/>
                </a:solidFill>
              </a:rPr>
              <a:t>Data Download  ·  Preprocessing  ·  Dataset Migration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Preparation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82296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87552"/>
            <a:ext cx="566928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87552"/>
            <a:ext cx="566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33856" y="10789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Data Download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54680" y="10607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Wrote download_data.py to fetch BBC News and AG News automatically from HuggingFace — no API key, one command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33856" y="14904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src/download_data.py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901952"/>
            <a:ext cx="8229600" cy="822960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01952"/>
            <a:ext cx="566928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901952"/>
            <a:ext cx="566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33856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Data Preprocessing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54680" y="19751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Built full preprocessing pipeline: text cleaning, stratified splits, shared column schema, debug subset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33856" y="24048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src/data_preprocessing.py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8229600" cy="82296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816352"/>
            <a:ext cx="566928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16352"/>
            <a:ext cx="566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33856" y="29077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Dataset Migration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54680" y="28895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Switched from BBC News (5 classes, 1.2k) to AG News (4 classes, 127.6k) — rewrote both scripts, designed split strategy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33856" y="3319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src/download_data.py  ·  src/data_preprocessing.py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730752"/>
            <a:ext cx="8229600" cy="822960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730752"/>
            <a:ext cx="566928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730752"/>
            <a:ext cx="566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33856" y="38221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Team Infrastructure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54680" y="38039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Committed all data to repo, defined shared LABEL_MAP, organized bbc/ and agnews/ folders, documented in README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33856" y="4233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  ·  README.md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Timeline &amp; Milestones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Planned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63440" y="8046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What actually happened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960120" y="1664208"/>
            <a:ext cx="7223760" cy="0"/>
          </a:xfrm>
          <a:prstGeom prst="line">
            <a:avLst/>
          </a:prstGeom>
          <a:noFill/>
          <a:ln w="25400">
            <a:solidFill>
              <a:srgbClr val="D8D0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097280"/>
            <a:ext cx="1901952" cy="86868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124712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Week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134416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Finalize dataset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&amp; preprocessing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408176" y="1463040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08176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8368" y="1975104"/>
            <a:ext cx="1901952" cy="2825496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066544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BBC News pipeline done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" y="2414016"/>
            <a:ext cx="171907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download_data.py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data_preprocessing.py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All CSVs committed to repo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633472" y="1097280"/>
            <a:ext cx="1901952" cy="86868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24912" y="1124712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Week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24912" y="134416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Baseline classifier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(n-gram + LR)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83280" y="1463040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</a:rPr>
              <a:t>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633472" y="1975104"/>
            <a:ext cx="1901952" cy="2825496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24912" y="2048256"/>
            <a:ext cx="1719072" cy="256032"/>
          </a:xfrm>
          <a:prstGeom prst="rect">
            <a:avLst/>
          </a:prstGeom>
          <a:solidFill>
            <a:srgbClr val="007B8A"/>
          </a:solidFill>
          <a:ln w="12700">
            <a:solidFill>
              <a:srgbClr val="007B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24912" y="20482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AHEAD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724912" y="237744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Baseline + BERT both done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24912" y="2724912"/>
            <a:ext cx="171907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Both pipelines completed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in the same week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(proposed as separate weeks)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08576" y="1097280"/>
            <a:ext cx="1901952" cy="86868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0016" y="1124712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Week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0016" y="134416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Fine-tune BERT;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compare vs baseline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358384" y="1463040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58384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08576" y="1975104"/>
            <a:ext cx="1901952" cy="2825496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0016" y="2066544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Evaluation added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00016" y="2414016"/>
            <a:ext cx="171907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Error analysis complete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BBC test accuracy ~97.8%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Dataset felt too small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83680" y="1097280"/>
            <a:ext cx="1901952" cy="8686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0" y="1124712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Week 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0" y="134416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</a:rPr>
              <a:t>Error analysis &amp;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</a:rPr>
              <a:t>presentation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333488" y="1463040"/>
            <a:ext cx="402336" cy="402336"/>
          </a:xfrm>
          <a:prstGeom prst="ellipse">
            <a:avLst/>
          </a:prstGeom>
          <a:solidFill>
            <a:srgbClr val="1A1A1A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33488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583680" y="1975104"/>
            <a:ext cx="1901952" cy="282549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675120" y="2048256"/>
            <a:ext cx="1719072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0" y="20482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EXPANDED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675120" y="237744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Expanded to AG News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75120" y="2724912"/>
            <a:ext cx="171907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</a:rPr>
              <a:t>Migrated pipeline to AG News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</a:rPr>
              <a:t>All three models updated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</a:rPr>
              <a:t>within 2 days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Week 4: BBC ran at ~97.8% test accuracy, but 1,194 articles was too small for a meaningful BERT benchmark. Team added AG News (127.6k) for a more rigorous comparison.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Datasets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3977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241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Phase 1: BBC News Dataset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35661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1,194 articles (after cleaning)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5 categories: Business, Entertainment,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Politics, Sport, Tech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Full news articles — clean, well-labeled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Source: HuggingFace SetFit/bbc-news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Split: 70 / 15 / 15  (train / val / test)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914400"/>
            <a:ext cx="4023360" cy="3977640"/>
          </a:xfrm>
          <a:prstGeom prst="rect">
            <a:avLst/>
          </a:prstGeom>
          <a:solidFill>
            <a:srgbClr val="F5F0E8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00600" y="10241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7B8A"/>
                </a:solidFill>
              </a:rPr>
              <a:t>Phase 2: AG News Dataset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00600" y="1508760"/>
            <a:ext cx="3657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127,600 articles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4 categories: World, Sports,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Business, Sci/Tech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Short news titles + descriptions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Source: HuggingFace fancyzhx/ag_news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Split: official test kept as-is;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val carved from train (85 / 15)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Preprocessing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292608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src/data_preprocessing.py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30352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44752"/>
            <a:ext cx="292608" cy="29260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9264" y="1417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load_dataset()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20440" y="1417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Auto-detect CSV or folder layout; handle column renaming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11096"/>
            <a:ext cx="8229600" cy="530352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2029968"/>
            <a:ext cx="292608" cy="29260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029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9264" y="200253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clean_text()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0025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Strip non-ASCII, collapse whitespace — preserve original casing for BERT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96312"/>
            <a:ext cx="8229600" cy="530352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615184"/>
            <a:ext cx="292608" cy="29260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69264" y="25877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preprocess()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25877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Drop nulls &amp; duplicates; add label_id and text_lower columns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081528"/>
            <a:ext cx="8229600" cy="530352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3200400"/>
            <a:ext cx="292608" cy="29260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69264" y="31729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split_dataset()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20440" y="31729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Stratified split — BBC: 70/15/15  ·  AG News: 85/15 train+val, official test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66744"/>
            <a:ext cx="8229600" cy="530352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3785616"/>
            <a:ext cx="292608" cy="29260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785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69264" y="375818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make_debug_subset()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520440" y="37581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10 samples per class (40–50 rows) — fast smoke-testing for teammates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251960"/>
            <a:ext cx="8229600" cy="530352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4370832"/>
            <a:ext cx="292608" cy="29260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69264" y="434340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save_splits()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52044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Write train / val / test / debug CSVs to data/processed/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46817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random_state = 42 throughout — fully reproducible splits every run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Shared Column Schema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</a:rPr>
              <a:t>All four CSVs (train / val / test / debug) share the same four columns — one format for all models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8229600" cy="2011680"/>
        </p:xfrm>
        <a:graphic>
          <a:graphicData uri="http://schemas.openxmlformats.org/drawingml/2006/table">
            <a:tbl>
              <a:tblPr/>
              <a:tblGrid>
                <a:gridCol w="1554480"/>
                <a:gridCol w="868680"/>
                <a:gridCol w="3886200"/>
                <a:gridCol w="192024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Used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label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string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Category name, lowercase — e.g. 'sport'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Everyone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label_id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int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Integer encoding (e.g. business=0)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Ruoxuan, Xinyan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text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string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Cleaned article — original casing preserved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7B8A"/>
                          </a:solidFill>
                        </a:rPr>
                        <a:t>Xinyan (BERT)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text_lower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string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Same text, fully lowercased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7B8A"/>
                          </a:solidFill>
                        </a:rPr>
                        <a:t>Ruoxuan (TF-IDF / LR)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337560"/>
            <a:ext cx="3931920" cy="141732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3337560"/>
            <a:ext cx="201168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Design note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374904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 keeps original casing — BERT is case-sensitive.
</a:t>
            </a:r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text_lower</a:t>
            </a:r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 is pre-lowercased for the n-gram baseline.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One shared file, zero conversion needed.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26280" y="3337560"/>
            <a:ext cx="4160520" cy="141732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3337560"/>
            <a:ext cx="256032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26280" y="33375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Import in any script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663440" y="3749040"/>
            <a:ext cx="3886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src.data_preprocessing import LABEL_MAP, ID_TO_LABEL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LABEL_MAP:   {'business': 0, 'sport': 3, ...}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ID_TO_LABEL: {0: 'business', 3: 'sport', ...}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 News Migration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Why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691640" y="886968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</a:rPr>
              <a:t>BBC News (1.2k articles) was too small to stress-test BERT. AG News (127.6k) is a standard benchmark with a balanced 4-class setup.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22860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898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Split strategy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2560320" cy="2560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Train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102,000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</a:rPr>
              <a:t>rows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</a:rPr>
              <a:t>85% of official train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</a:rPr>
              <a:t>Stratified by class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91840" y="1828800"/>
            <a:ext cx="2560320" cy="2560320"/>
          </a:xfrm>
          <a:prstGeom prst="rect">
            <a:avLst/>
          </a:prstGeom>
          <a:solidFill>
            <a:srgbClr val="FAF7F2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2900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18,000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342900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rows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9000" y="3611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15% of official train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Carved — not from test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80760" y="1828800"/>
            <a:ext cx="2560320" cy="2560320"/>
          </a:xfrm>
          <a:prstGeom prst="rect">
            <a:avLst/>
          </a:prstGeom>
          <a:solidFill>
            <a:srgbClr val="FAF7F2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1792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Test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7,600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21792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rows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3611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Official AG News test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Kept completely unchanged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64515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Official test is kept unchanged — results are directly comparable to published AG News benchmarks. All 4 classes perfectly balanced (25% each).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Folder Structure &amp; Team Handoff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3977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2412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1248156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raw/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94360" y="1472184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bbc-text.csv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94360" y="1696212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ag_news_train.csv   (120k rows)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ag_news_test.csv    (7.6k rows)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214426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processed/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368296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bbc/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2592324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│   ├── train / val / test / debug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816352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1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agnews/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304038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train.csv   (102,000 rows)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4360" y="326440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val.csv     ( 18,000 rows)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94360" y="3488436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test.csv    (  7,600 rows)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3712464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└── debug.csv   (     40 rows)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212080" y="960120"/>
            <a:ext cx="3474720" cy="118872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0" y="960120"/>
            <a:ext cx="27432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9601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Both datasets preserved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49240" y="1399032"/>
            <a:ext cx="32004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BBC data stays in bbc/, AG News in agnews/. Switch datasets by changing one path.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12080" y="2267712"/>
            <a:ext cx="3474720" cy="118872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12080" y="2267712"/>
            <a:ext cx="27432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0" y="226771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All data committed to repo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9240" y="2706624"/>
            <a:ext cx="32004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Teammates only need  pip install  to start — no download or preprocessing step.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212080" y="3575304"/>
            <a:ext cx="3474720" cy="118872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212080" y="3575304"/>
            <a:ext cx="27432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0" y="357530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debug.csv in both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49240" y="4014216"/>
            <a:ext cx="32004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40 rows (AG News) and 50 rows (BBC) — 10 per class — for fast smoke-testing.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Pipeline &amp; Dataset Preparation</dc:title>
  <dc:subject>PptxGenJS Presentation</dc:subject>
  <dc:creator>Thomas Lee</dc:creator>
  <cp:lastModifiedBy>Thomas Lee</cp:lastModifiedBy>
  <cp:revision>1</cp:revision>
  <dcterms:created xsi:type="dcterms:W3CDTF">2026-04-08T21:51:57Z</dcterms:created>
  <dcterms:modified xsi:type="dcterms:W3CDTF">2026-04-08T21:51:57Z</dcterms:modified>
</cp:coreProperties>
</file>