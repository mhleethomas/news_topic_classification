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F2C94C"/>
          </a:solidFill>
          <a:ln w="12700">
            <a:solidFill>
              <a:srgbClr val="F2C94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822960"/>
            <a:ext cx="8686800" cy="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645920"/>
            <a:ext cx="8686800" cy="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2468880"/>
            <a:ext cx="8686800" cy="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3291840"/>
            <a:ext cx="8686800" cy="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4114800"/>
            <a:ext cx="8686800" cy="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09728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Pipeline &amp;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Preparation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1371600" cy="54864"/>
          </a:xfrm>
          <a:prstGeom prst="rect">
            <a:avLst/>
          </a:prstGeom>
          <a:solidFill>
            <a:srgbClr val="F2C94C"/>
          </a:solidFill>
          <a:ln w="12700">
            <a:solidFill>
              <a:srgbClr val="F2C9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20040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8AAE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Lee  —  Group 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36118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Topic Classification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Role in the Project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36576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05840"/>
            <a:ext cx="19202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005840"/>
            <a:ext cx="1920240" cy="411480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06984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04088" y="1508760"/>
            <a:ext cx="1700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Download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04088" y="2011680"/>
            <a:ext cx="1700784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dataset acquisition from HuggingFace — one command, no API key needed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606040" y="1005840"/>
            <a:ext cx="19202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06040" y="1005840"/>
            <a:ext cx="1920240" cy="4114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97480" y="106984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715768" y="1508760"/>
            <a:ext cx="1700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Preprocessing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15768" y="2011680"/>
            <a:ext cx="1700784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pipeline: text cleaning, stratified splits, shared output schema, debug subset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1005840"/>
            <a:ext cx="19202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17720" y="1005840"/>
            <a:ext cx="1920240" cy="4114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106984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727448" y="1508760"/>
            <a:ext cx="1700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Migration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27448" y="2011680"/>
            <a:ext cx="1700784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Switched from BBC News (5 classes, 1.2k) to AG News (4 classes, 127.6k articles)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629400" y="1005840"/>
            <a:ext cx="19202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29400" y="1005840"/>
            <a:ext cx="1920240" cy="4114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20840" y="106984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739128" y="1508760"/>
            <a:ext cx="1700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Infrastructure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739128" y="2011680"/>
            <a:ext cx="1700784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LABEL_MAP, folder structure, and all data committed to repo — zero setup for teammates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DDEAF4"/>
          </a:solidFill>
          <a:ln w="12700">
            <a:solidFill>
              <a:srgbClr val="DDEAF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87375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AECF"/>
                </a:solidFill>
              </a:rPr>
              <a:t>Thomas Lee  ·  News Topic Classification  ·  Data Pipeline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 — BBC News Dataset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36576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3657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98755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5568"/>
                </a:solidFill>
              </a:rPr>
              <a:t>Source: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417320" y="9875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4A"/>
                </a:solidFill>
              </a:rPr>
              <a:t>HuggingFace  SetFit/bbc-news  (free, no API key)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3657600" cy="27432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Category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Articles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4A"/>
                          </a:solidFill>
                        </a:rPr>
                        <a:t>Business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4A"/>
                          </a:solidFill>
                        </a:rPr>
                        <a:t>196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4A"/>
                          </a:solidFill>
                        </a:rPr>
                        <a:t>Entertainment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4A"/>
                          </a:solidFill>
                        </a:rPr>
                        <a:t>282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4A"/>
                          </a:solidFill>
                        </a:rPr>
                        <a:t>Politics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4A"/>
                          </a:solidFill>
                        </a:rPr>
                        <a:t>274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4A"/>
                          </a:solidFill>
                        </a:rPr>
                        <a:t>Sport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4A"/>
                          </a:solidFill>
                        </a:rPr>
                        <a:t>206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4A"/>
                          </a:solidFill>
                        </a:rPr>
                        <a:t>Tech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4A"/>
                          </a:solidFill>
                        </a:rPr>
                        <a:t>236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C2B4A"/>
                          </a:solidFill>
                        </a:rPr>
                        <a:t>Total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C2B4A"/>
                          </a:solidFill>
                        </a:rPr>
                        <a:t>1,194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663440" y="960120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63440" y="960120"/>
            <a:ext cx="73152" cy="1097280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92040" y="10515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1,194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4892040" y="16459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Total Articles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663440" y="2286000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63440" y="2286000"/>
            <a:ext cx="73152" cy="1097280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92040" y="23774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400" dirty="0"/>
          </a:p>
        </p:txBody>
      </p:sp>
      <p:sp>
        <p:nvSpPr>
          <p:cNvPr id="15" name="Text 12"/>
          <p:cNvSpPr/>
          <p:nvPr/>
        </p:nvSpPr>
        <p:spPr>
          <a:xfrm>
            <a:off x="4892040" y="29718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Topic Categories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663440" y="3611880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663440" y="3611880"/>
            <a:ext cx="73152" cy="1097280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892040" y="37033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~395</a:t>
            </a:r>
            <a:endParaRPr lang="en-US" sz="4400" dirty="0"/>
          </a:p>
        </p:txBody>
      </p:sp>
      <p:sp>
        <p:nvSpPr>
          <p:cNvPr id="19" name="Text 16"/>
          <p:cNvSpPr/>
          <p:nvPr/>
        </p:nvSpPr>
        <p:spPr>
          <a:xfrm>
            <a:off x="4892040" y="42976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Avg Words / Article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DDEAF4"/>
          </a:solidFill>
          <a:ln w="12700">
            <a:solidFill>
              <a:srgbClr val="DDEAF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65760" y="487375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AECF"/>
                </a:solidFill>
              </a:rPr>
              <a:t>Thomas Lee  ·  News Topic Classification  ·  Data Pipeline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Preprocessing Pipeline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36576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0A4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src/data_preprocessing.py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8229600" cy="512064"/>
          </a:xfrm>
          <a:prstGeom prst="rect">
            <a:avLst/>
          </a:prstGeom>
          <a:solidFill>
            <a:srgbClr val="EFF6FF"/>
          </a:solidFill>
          <a:ln w="12700">
            <a:solidFill>
              <a:srgbClr val="DDEA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80160"/>
            <a:ext cx="292608" cy="292608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280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60120" y="124358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load_dataset()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29000" y="1243584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</a:rPr>
              <a:t>Auto-detect CSV or folder layout, handle column renaming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82296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847088"/>
            <a:ext cx="292608" cy="292608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60120" y="18105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clean_text()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29000" y="1810512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</a:rPr>
              <a:t>Strip non-ASCII, collapse whitespace — keep original casing for BERT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304288"/>
            <a:ext cx="8229600" cy="512064"/>
          </a:xfrm>
          <a:prstGeom prst="rect">
            <a:avLst/>
          </a:prstGeom>
          <a:solidFill>
            <a:srgbClr val="EFF6FF"/>
          </a:solidFill>
          <a:ln w="12700">
            <a:solidFill>
              <a:srgbClr val="DDEA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414016"/>
            <a:ext cx="292608" cy="292608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2414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60120" y="2377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preprocess()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29000" y="237744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</a:rPr>
              <a:t>Drop nulls &amp; duplicates, add label_id + text_lower columns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2871216"/>
            <a:ext cx="82296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2980944"/>
            <a:ext cx="292608" cy="292608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980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60120" y="29443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split_dataset()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429000" y="2944368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</a:rPr>
              <a:t>Stratified 70 / 15 / 15 — random_state=42 for reproducibility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3438144"/>
            <a:ext cx="8229600" cy="512064"/>
          </a:xfrm>
          <a:prstGeom prst="rect">
            <a:avLst/>
          </a:prstGeom>
          <a:solidFill>
            <a:srgbClr val="EFF6FF"/>
          </a:solidFill>
          <a:ln w="12700">
            <a:solidFill>
              <a:srgbClr val="DDEAF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547872"/>
            <a:ext cx="292608" cy="292608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547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60120" y="351129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make_debug_subset()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429000" y="3511296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</a:rPr>
              <a:t>10 samples per class (50 rows) for fast smoke-testing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57200" y="4005072"/>
            <a:ext cx="82296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4114800"/>
            <a:ext cx="292608" cy="292608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114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60120" y="40782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save_splits()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429000" y="4078224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</a:rPr>
              <a:t>Write train / val / test / debug CSVs to data/processed/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DDEAF4"/>
          </a:solidFill>
          <a:ln w="12700">
            <a:solidFill>
              <a:srgbClr val="DDEA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487375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AECF"/>
                </a:solidFill>
              </a:rPr>
              <a:t>Thomas Lee  ·  News Topic Classification  ·  Data Pipeline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Shared Column Schema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36576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All four CSVs — train / val / test / debug — share the same four columns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192024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3840480"/>
                <a:gridCol w="21031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Column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Content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Used by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4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label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</a:rPr>
                        <a:t>string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</a:rPr>
                        <a:t>Category name, lowercase (e.g. 'sport')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</a:rPr>
                        <a:t>Everyone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label_id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</a:rPr>
                        <a:t>int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</a:rPr>
                        <a:t>Integer encoding of the label (0–4)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</a:rPr>
                        <a:t>Ruoxuan, Xinyan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text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</a:rPr>
                        <a:t>string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</a:rPr>
                        <a:t>Cleaned article — original casing preserved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E67E22"/>
                          </a:solidFill>
                        </a:rPr>
                        <a:t>Xinyan (BERT)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text_lower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</a:rPr>
                        <a:t>string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</a:rPr>
                        <a:t>Same text, fully lowercased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7AE60"/>
                          </a:solidFill>
                        </a:rPr>
                        <a:t>Ruoxuan (n-gram / LR)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246120"/>
            <a:ext cx="38404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246120"/>
            <a:ext cx="73152" cy="1600200"/>
          </a:xfrm>
          <a:prstGeom prst="rect">
            <a:avLst/>
          </a:prstGeom>
          <a:solidFill>
            <a:srgbClr val="F2C94C"/>
          </a:solidFill>
          <a:ln w="12700">
            <a:solidFill>
              <a:srgbClr val="F2C94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331927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4A"/>
                </a:solidFill>
              </a:rPr>
              <a:t>Design Note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58368" y="3639312"/>
            <a:ext cx="35204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 keeps original casing for BERT's case-sensitive tokenizer.
</a:t>
            </a:r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text_lower</a:t>
            </a:r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 is pre-lowercased for the n-gram baseline.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One file serves both models.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434840" y="3246120"/>
            <a:ext cx="42519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34840" y="3246120"/>
            <a:ext cx="73152" cy="1600200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636008" y="33192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4A"/>
                </a:solidFill>
              </a:rPr>
              <a:t>Import in your script: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636008" y="363931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52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src.data_preprocessing import LABEL_MAP, ID_TO_LABEL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52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LABEL_MAP:   {'business': 0, 'entertainment': 1, ...}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52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ID_TO_LABEL: {0: 'business', 1: 'entertainment', ...}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DDEAF4"/>
          </a:solidFill>
          <a:ln w="12700">
            <a:solidFill>
              <a:srgbClr val="DDEAF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5760" y="487375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AECF"/>
                </a:solidFill>
              </a:rPr>
              <a:t>Thomas Lee  ·  News Topic Classification  ·  Data Pipeline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 — Migration to AG News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36576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73152" cy="685800"/>
          </a:xfrm>
          <a:prstGeom prst="rect">
            <a:avLst/>
          </a:prstGeom>
          <a:solidFill>
            <a:srgbClr val="F2C94C"/>
          </a:solidFill>
          <a:ln w="12700">
            <a:solidFill>
              <a:srgbClr val="F2C9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9784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4A"/>
                </a:solidFill>
              </a:rPr>
              <a:t>Why migrate?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" y="125272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</a:rPr>
              <a:t>BBC News at 1,200 articles was too small to meaningfully stress-test BERT. AG News (127.6k) is a standard benchmark with directly comparable published results.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19072"/>
          <a:ext cx="8229600" cy="292608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28346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Property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BBC News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7D8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AG News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9CD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Total Size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1,194 articles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127,600 articles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Classes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HuggingFace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SetFit/bbc-news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fancyzhx/ag_news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Val Split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Custom 15%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Carved from train (15%)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Test Split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Custom 15%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Official test kept as-is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Balance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~Equal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Perfectly balanced (25% each)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A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DDEAF4"/>
          </a:solidFill>
          <a:ln w="12700">
            <a:solidFill>
              <a:srgbClr val="DDEA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" y="487375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AECF"/>
                </a:solidFill>
              </a:rPr>
              <a:t>Thomas Lee  ·  News Topic Classification  ·  Data Pipeline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 News Split Strategy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36576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AG News provides official train + test splits — but no validation set. Strategy: carve val from train.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188720"/>
            <a:ext cx="25603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188720"/>
            <a:ext cx="2560320" cy="384048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24358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Train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102,000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48640" y="248716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rows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7249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</a:rPr>
              <a:t>85% of official train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</a:rPr>
              <a:t>Stratified by class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91840" y="1188720"/>
            <a:ext cx="25603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1188720"/>
            <a:ext cx="2560320" cy="38404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24358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Val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29000" y="1691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18,000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3429000" y="248716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rows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29000" y="27249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</a:rPr>
              <a:t>15% of official train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</a:rPr>
              <a:t>Carved, not from test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72200" y="1188720"/>
            <a:ext cx="25603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72200" y="1188720"/>
            <a:ext cx="2560320" cy="38404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24358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Test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09360" y="1691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7,600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6309360" y="248716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rows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09360" y="27249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</a:rPr>
              <a:t>Official AG News test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</a:rPr>
              <a:t>Kept completely unchanged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994660" y="2167128"/>
            <a:ext cx="228600" cy="0"/>
          </a:xfrm>
          <a:prstGeom prst="line">
            <a:avLst/>
          </a:prstGeom>
          <a:noFill/>
          <a:ln w="19050">
            <a:solidFill>
              <a:srgbClr val="90A4AE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875020" y="2167128"/>
            <a:ext cx="228600" cy="0"/>
          </a:xfrm>
          <a:prstGeom prst="line">
            <a:avLst/>
          </a:prstGeom>
          <a:noFill/>
          <a:ln w="19050">
            <a:solidFill>
              <a:srgbClr val="90A4AE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57200" y="3337560"/>
            <a:ext cx="82296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3337560"/>
            <a:ext cx="73152" cy="1508760"/>
          </a:xfrm>
          <a:prstGeom prst="rect">
            <a:avLst/>
          </a:prstGeom>
          <a:solidFill>
            <a:srgbClr val="F2C94C"/>
          </a:solidFill>
          <a:ln w="12700">
            <a:solidFill>
              <a:srgbClr val="F2C94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341071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</a:rPr>
              <a:t>Benchmark integrity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85800" y="365760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</a:rPr>
              <a:t>Official test is untouched — results are directly comparable to published papers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474720" y="341071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</a:rPr>
              <a:t>Perfect balance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3474720" y="365760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</a:rPr>
              <a:t>All 4 classes are exactly 25% in every split (AG News is inherently balanced)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263640" y="341071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</a:rPr>
              <a:t>Reproducible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263640" y="365760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</a:rPr>
              <a:t>random_state=42 — all teammates get identical splits every run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DDEAF4"/>
          </a:solidFill>
          <a:ln w="12700">
            <a:solidFill>
              <a:srgbClr val="DDEAF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87375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AECF"/>
                </a:solidFill>
              </a:rPr>
              <a:t>Thomas Lee  ·  News Topic Classification  ·  Data Pipeline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Folder Structure After Migration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36576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4663440" cy="393192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0584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C9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18872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0C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raw/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37160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bbc-text.csv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155448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ag_news_train.csv    ← 120k rows (28 MB)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73736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ag_news_test.csv     ←  7.6k rows (1.8 MB)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94360" y="192024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0C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processed/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210312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bbc/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│   ├── train.csv  (835 rows)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" y="246888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│   ├── val.csv    (179 rows)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94360" y="265176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│   ├── test.csv   (180 rows)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283464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│   └── debug.csv  ( 50 rows)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4360" y="301752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B7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agnews/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" y="320040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├── train.csv  (102,000 rows)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338328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├── val.csv    ( 18,000 rows)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356616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├── test.csv   (  7,600 rows)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" y="374904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└── debug.csv  (     40 rows)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03520" y="960120"/>
            <a:ext cx="338328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303520" y="960120"/>
            <a:ext cx="73152" cy="1170432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04688" y="105156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4A"/>
                </a:solidFill>
              </a:rPr>
              <a:t>Both datasets preserved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504688" y="1362456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</a:rPr>
              <a:t>Nothing was deleted — BBC data lives in bbc/, AG News in agnews/. Switch datasets by changing one path.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303520" y="2258568"/>
            <a:ext cx="338328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303520" y="2258568"/>
            <a:ext cx="73152" cy="117043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04688" y="235000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4A"/>
                </a:solidFill>
              </a:rPr>
              <a:t>All data committed to repo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504688" y="2660904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</a:rPr>
              <a:t>No download or preprocessing step needed. pip install + run is all teammates need to start.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303520" y="3557016"/>
            <a:ext cx="338328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303520" y="3557016"/>
            <a:ext cx="73152" cy="117043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04688" y="364845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4A"/>
                </a:solidFill>
              </a:rPr>
              <a:t>debug.csv in both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504688" y="3959352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</a:rPr>
              <a:t>40-row (AG News) and 50-row (BBC) debug subsets — 10 samples per class for fast smoke-testing.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DDEAF4"/>
          </a:solidFill>
          <a:ln w="12700">
            <a:solidFill>
              <a:srgbClr val="DDEAF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87375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AECF"/>
                </a:solidFill>
              </a:rPr>
              <a:t>Thomas Lee  ·  News Topic Classification  ·  Data Pipeline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Enabled for the Team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36576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005840"/>
            <a:ext cx="19659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005840"/>
            <a:ext cx="1965960" cy="5029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06984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Ruoxuan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30759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DEAF4"/>
                </a:solidFill>
              </a:rPr>
              <a:t>Baseline — TF-IDF + LR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1600200"/>
            <a:ext cx="180136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A5568"/>
                </a:solidFill>
              </a:rPr>
              <a:t>text_lower column ready-to-use — no preprocessing needed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A5568"/>
                </a:solidFill>
              </a:rPr>
              <a:t>label_id as direct target variable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A5568"/>
                </a:solidFill>
              </a:rPr>
              <a:t>debug.csv to verify pipeline in seconds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0320" y="1005840"/>
            <a:ext cx="19659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60320" y="1005840"/>
            <a:ext cx="1965960" cy="502920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106984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Xinyan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51760" y="130759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DEAF4"/>
                </a:solidFill>
              </a:rPr>
              <a:t>BERT / DistilBERT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651760" y="1600200"/>
            <a:ext cx="180136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A5568"/>
                </a:solidFill>
              </a:rPr>
              <a:t>text column with original casing — BERT-ready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A5568"/>
                </a:solidFill>
              </a:rPr>
              <a:t>Shared label_id for consistent metrics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A5568"/>
                </a:solidFill>
              </a:rPr>
              <a:t>debug.csv for smoke-testing tokenizer + forward pass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A5568"/>
                </a:solidFill>
              </a:rPr>
              <a:t>max_length=128 recommended for AG News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17720" y="1005840"/>
            <a:ext cx="19659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17720" y="1005840"/>
            <a:ext cx="1965960" cy="50292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106984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Meiling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09160" y="130759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DEAF4"/>
                </a:solidFill>
              </a:rPr>
              <a:t>Evaluation &amp; Error Analysis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09160" y="1600200"/>
            <a:ext cx="180136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A5568"/>
                </a:solidFill>
              </a:rPr>
              <a:t>Stable label_id integers across all splits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A5568"/>
                </a:solidFill>
              </a:rPr>
              <a:t>LABEL_MAP importable as a Python constant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A5568"/>
                </a:solidFill>
              </a:rPr>
              <a:t>Consistent val/test boundaries — no leakage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75120" y="1005840"/>
            <a:ext cx="19659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75120" y="1005840"/>
            <a:ext cx="1965960" cy="50292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0" y="106984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Tzu-Chieh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766560" y="130759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DEAF4"/>
                </a:solidFill>
              </a:rPr>
              <a:t>Integration &amp; Results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766560" y="1600200"/>
            <a:ext cx="180136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A5568"/>
                </a:solidFill>
              </a:rPr>
              <a:t>Both datasets preserved — easy to compare BBC vs AG News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A5568"/>
                </a:solidFill>
              </a:rPr>
              <a:t>All data in-repo — no setup step for comparison runs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DDEAF4"/>
          </a:solidFill>
          <a:ln w="12700">
            <a:solidFill>
              <a:srgbClr val="DDEAF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87375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AECF"/>
                </a:solidFill>
              </a:rPr>
              <a:t>Thomas Lee  ·  News Topic Classification  ·  Data Pipeline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36576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60120"/>
            <a:ext cx="594360" cy="685800"/>
          </a:xfrm>
          <a:prstGeom prst="rect">
            <a:avLst/>
          </a:prstGeom>
          <a:solidFill>
            <a:srgbClr val="2D9CDB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60120"/>
            <a:ext cx="594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70432" y="10332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</a:rPr>
              <a:t>End-to-End Data Pipeline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13075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</a:rPr>
              <a:t>Built download → clean → split → save pipeline from scratch for BBC News and AG News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8229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737360"/>
            <a:ext cx="594360" cy="6858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737360"/>
            <a:ext cx="594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70432" y="18105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</a:rPr>
              <a:t>Shared Schema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20848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</a:rPr>
              <a:t>Defined the 4-column format (label, label_id, text, text_lower) used by all three models — one file, no conversions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514600"/>
            <a:ext cx="8229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514600"/>
            <a:ext cx="594360" cy="685800"/>
          </a:xfrm>
          <a:prstGeom prst="rect">
            <a:avLst/>
          </a:prstGeom>
          <a:solidFill>
            <a:srgbClr val="2D9CDB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514600"/>
            <a:ext cx="594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70432" y="25877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</a:rPr>
              <a:t>Dataset Migration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70432" y="28620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</a:rPr>
              <a:t>Migrated from BBC (1.2k, 5 classes) to AG News (127.6k, 4 classes) — larger, more standard, benchmark-comparable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291840"/>
            <a:ext cx="8229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291840"/>
            <a:ext cx="594360" cy="6858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291840"/>
            <a:ext cx="594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70432" y="3364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</a:rPr>
              <a:t>Smart Split Strategy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363931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</a:rPr>
              <a:t>Kept official AG News test intact; carved val from train — results directly comparable to published benchmarks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4069080"/>
            <a:ext cx="8229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4069080"/>
            <a:ext cx="594360" cy="685800"/>
          </a:xfrm>
          <a:prstGeom prst="rect">
            <a:avLst/>
          </a:prstGeom>
          <a:solidFill>
            <a:srgbClr val="2D9CDB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069080"/>
            <a:ext cx="594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170432" y="4142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</a:rPr>
              <a:t>Zero-Setup for Teammates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70432" y="44165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</a:rPr>
              <a:t>All raw + processed data committed to repo; teammates only need pip install to start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DDEAF4"/>
          </a:solidFill>
          <a:ln w="12700">
            <a:solidFill>
              <a:srgbClr val="DDEAF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87375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AECF"/>
                </a:solidFill>
              </a:rPr>
              <a:t>Thomas Lee  ·  News Topic Classification  ·  Data Pipeline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F2C94C"/>
          </a:solidFill>
          <a:ln w="12700">
            <a:solidFill>
              <a:srgbClr val="F2C9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4630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640080" y="2606040"/>
            <a:ext cx="1371600" cy="54864"/>
          </a:xfrm>
          <a:prstGeom prst="rect">
            <a:avLst/>
          </a:prstGeom>
          <a:solidFill>
            <a:srgbClr val="F2C94C"/>
          </a:solidFill>
          <a:ln w="12700">
            <a:solidFill>
              <a:srgbClr val="F2C9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788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8AAECF"/>
                </a:solidFill>
              </a:rPr>
              <a:t>Questions about the data pipeline or split strategy?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32918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2C9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src/download_data.py</a:t>
            </a:r>
            <a:pPr algn="l" indent="0" marL="0">
              <a:buNone/>
            </a:pPr>
            <a:r>
              <a:rPr lang="en-US" sz="1200" dirty="0">
                <a:solidFill>
                  <a:srgbClr val="4A6FA5"/>
                </a:solidFill>
              </a:rPr>
              <a:t>   ·   </a:t>
            </a:r>
            <a:pPr algn="l" indent="0" marL="0">
              <a:buNone/>
            </a:pPr>
            <a:r>
              <a:rPr lang="en-US" sz="1200" dirty="0">
                <a:solidFill>
                  <a:srgbClr val="F2C9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src/data_preprocessing.py</a:t>
            </a:r>
            <a:pPr algn="l" indent="0" marL="0">
              <a:buNone/>
            </a:pPr>
            <a:r>
              <a:rPr lang="en-US" sz="1200" dirty="0">
                <a:solidFill>
                  <a:srgbClr val="4A6FA5"/>
                </a:solidFill>
              </a:rPr>
              <a:t>   ·   </a:t>
            </a:r>
            <a:pPr algn="l" indent="0" marL="0">
              <a:buNone/>
            </a:pPr>
            <a:r>
              <a:rPr lang="en-US" sz="1200" dirty="0">
                <a:solidFill>
                  <a:srgbClr val="F2C9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data/processed/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A6FA5"/>
                </a:solidFill>
              </a:rPr>
              <a:t>Thomas Lee  —  News Topic Classification  —  Group 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Pipeline &amp; Dataset Preparation</dc:title>
  <dc:subject>PptxGenJS Presentation</dc:subject>
  <dc:creator>Thomas Lee</dc:creator>
  <cp:lastModifiedBy>Thomas Lee</cp:lastModifiedBy>
  <cp:revision>1</cp:revision>
  <dcterms:created xsi:type="dcterms:W3CDTF">2026-04-08T02:55:39Z</dcterms:created>
  <dcterms:modified xsi:type="dcterms:W3CDTF">2026-04-08T02:55:39Z</dcterms:modified>
</cp:coreProperties>
</file>