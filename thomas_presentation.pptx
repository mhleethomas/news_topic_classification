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5F0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822960"/>
            <a:ext cx="822960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1A1A1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Data Pipeline &amp;</a:t>
            </a:r>
            <a:endParaRPr lang="en-US" sz="5400" dirty="0"/>
          </a:p>
          <a:p>
            <a:pPr algn="ctr" indent="0" marL="0">
              <a:buNone/>
            </a:pPr>
            <a:r>
              <a:rPr lang="en-US" sz="5400" b="1" dirty="0">
                <a:solidFill>
                  <a:srgbClr val="1A1A1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Dataset Preparation</a:t>
            </a:r>
            <a:endParaRPr lang="en-US" sz="5400" dirty="0"/>
          </a:p>
        </p:txBody>
      </p:sp>
      <p:sp>
        <p:nvSpPr>
          <p:cNvPr id="3" name="Shape 1"/>
          <p:cNvSpPr/>
          <p:nvPr/>
        </p:nvSpPr>
        <p:spPr>
          <a:xfrm>
            <a:off x="0" y="4251960"/>
            <a:ext cx="9144000" cy="89154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429768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Group 2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46634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BBBBBB"/>
                </a:solidFill>
              </a:rPr>
              <a:t>Ming-Hsiang Lee  (lee.minghsi@northeastern.edu)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029200" y="4315968"/>
            <a:ext cx="3840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BBBBBB"/>
                </a:solidFill>
              </a:rPr>
              <a:t>Data Download  ·  Preprocessing  ·  Dataset Migration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0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A1A1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My Responsibilities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987552"/>
            <a:ext cx="8229600" cy="822960"/>
          </a:xfrm>
          <a:prstGeom prst="rect">
            <a:avLst/>
          </a:prstGeom>
          <a:solidFill>
            <a:srgbClr val="FAF7F2"/>
          </a:solidFill>
          <a:ln w="12700">
            <a:solidFill>
              <a:srgbClr val="D8D0C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987552"/>
            <a:ext cx="566928" cy="82296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987552"/>
            <a:ext cx="56692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01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133856" y="1078992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Download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154680" y="1060704"/>
            <a:ext cx="5394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4A4A"/>
                </a:solidFill>
              </a:rPr>
              <a:t>Wrote download_data.py to fetch BBC News and AG News automatically from HuggingFace — no API key, one command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133856" y="1490472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src/download_data.py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57200" y="1901952"/>
            <a:ext cx="8229600" cy="822960"/>
          </a:xfrm>
          <a:prstGeom prst="rect">
            <a:avLst/>
          </a:prstGeom>
          <a:solidFill>
            <a:srgbClr val="F5F0E8"/>
          </a:solidFill>
          <a:ln w="12700">
            <a:solidFill>
              <a:srgbClr val="D8D0C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7200" y="1901952"/>
            <a:ext cx="566928" cy="82296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1901952"/>
            <a:ext cx="56692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02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133856" y="1993392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Preprocessing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154680" y="1975104"/>
            <a:ext cx="5394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4A4A"/>
                </a:solidFill>
              </a:rPr>
              <a:t>Built full preprocessing pipeline: text cleaning, stratified splits, shared column schema, debug subset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133856" y="2404872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src/data_preprocessing.py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57200" y="2816352"/>
            <a:ext cx="8229600" cy="822960"/>
          </a:xfrm>
          <a:prstGeom prst="rect">
            <a:avLst/>
          </a:prstGeom>
          <a:solidFill>
            <a:srgbClr val="FAF7F2"/>
          </a:solidFill>
          <a:ln w="12700">
            <a:solidFill>
              <a:srgbClr val="D8D0C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57200" y="2816352"/>
            <a:ext cx="566928" cy="82296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2816352"/>
            <a:ext cx="56692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03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133856" y="2907792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Dataset Migration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3154680" y="2889504"/>
            <a:ext cx="5394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4A4A"/>
                </a:solidFill>
              </a:rPr>
              <a:t>Switched from BBC News (5 classes, 1.2k) to AG News (4 classes, 127.6k) — rewrote both scripts, designed split strategy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133856" y="3319272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src/download_data.py  ·  src/data_preprocessing.py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457200" y="3730752"/>
            <a:ext cx="8229600" cy="822960"/>
          </a:xfrm>
          <a:prstGeom prst="rect">
            <a:avLst/>
          </a:prstGeom>
          <a:solidFill>
            <a:srgbClr val="F5F0E8"/>
          </a:solidFill>
          <a:ln w="12700">
            <a:solidFill>
              <a:srgbClr val="D8D0C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57200" y="3730752"/>
            <a:ext cx="566928" cy="82296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57200" y="3730752"/>
            <a:ext cx="56692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04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1133856" y="3822192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 Infrastructure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3154680" y="3803904"/>
            <a:ext cx="5394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4A4A"/>
                </a:solidFill>
              </a:rPr>
              <a:t>Committed all data to repo, defined shared LABEL_MAP, organized bbc/ and agnews/ folders, documented in README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1133856" y="4233672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data/  ·  README.md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0" y="4818888"/>
            <a:ext cx="9144000" cy="324612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74320" y="4828032"/>
            <a:ext cx="85953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AAAAAA"/>
                </a:solidFill>
              </a:rPr>
              <a:t>Ming-Hsiang Lee  ·  Data Pipeline &amp; Preprocessing  ·  News Topic Classification  ·  Group 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0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A1A1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Datasets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914400"/>
            <a:ext cx="3931920" cy="361188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594360" y="1024128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Phase 1: BBC News Dataset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94360" y="1508760"/>
            <a:ext cx="3566160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</a:rPr>
              <a:t>1,194 articles (after cleaning)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</a:rPr>
              <a:t>5 categories: Business, Entertainment,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</a:rPr>
              <a:t>Politics, Sport, Tech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</a:rPr>
              <a:t>Full news articles — clean, well-labeled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</a:rPr>
              <a:t>Source: HuggingFace SetFit/bbc-news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</a:rPr>
              <a:t>Split: 70 / 15 / 15  (train / val / test)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663440" y="914400"/>
            <a:ext cx="4023360" cy="3611880"/>
          </a:xfrm>
          <a:prstGeom prst="rect">
            <a:avLst/>
          </a:prstGeom>
          <a:solidFill>
            <a:srgbClr val="F5F0E8"/>
          </a:solidFill>
          <a:ln w="25400">
            <a:solidFill>
              <a:srgbClr val="1A1A1A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800600" y="1024128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07B8A"/>
                </a:solidFill>
              </a:rPr>
              <a:t>Phase 2: AG News Dataset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800600" y="1508760"/>
            <a:ext cx="3657600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4A4A4A"/>
                </a:solidFill>
              </a:rPr>
              <a:t>127,600 articles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4A4A4A"/>
                </a:solidFill>
              </a:rPr>
              <a:t>4 categories: World, Sports,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4A4A4A"/>
                </a:solidFill>
              </a:rPr>
              <a:t>Business, Sci/Tech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4A4A4A"/>
                </a:solidFill>
              </a:rPr>
              <a:t>Short news titles + descriptions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4A4A4A"/>
                </a:solidFill>
              </a:rPr>
              <a:t>Source: HuggingFace fancyzhx/ag_news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4A4A4A"/>
                </a:solidFill>
              </a:rPr>
              <a:t>Split: official test kept as-is;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4A4A4A"/>
                </a:solidFill>
              </a:rPr>
              <a:t>val carved from train (85 / 15)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663440" y="4544568"/>
            <a:ext cx="4023360" cy="0"/>
          </a:xfrm>
          <a:prstGeom prst="rect">
            <a:avLst/>
          </a:prstGeom>
          <a:solidFill>
            <a:srgbClr val="F5F0E8"/>
          </a:solidFill>
          <a:ln w="12700">
            <a:solidFill>
              <a:srgbClr val="F5F0E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0" y="4818888"/>
            <a:ext cx="9144000" cy="324612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74320" y="4828032"/>
            <a:ext cx="85953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AAAAAA"/>
                </a:solidFill>
              </a:rPr>
              <a:t>Ming-Hsiang Lee  ·  Data Pipeline &amp; Preprocessing  ·  News Topic Classification  ·  Group 2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0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A1A1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Data Preprocessing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868680"/>
            <a:ext cx="2926080" cy="347472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868680"/>
            <a:ext cx="2926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src/data_preprocessing.py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325880"/>
            <a:ext cx="8229600" cy="530352"/>
          </a:xfrm>
          <a:prstGeom prst="rect">
            <a:avLst/>
          </a:prstGeom>
          <a:solidFill>
            <a:srgbClr val="FAF7F2"/>
          </a:solidFill>
          <a:ln w="12700">
            <a:solidFill>
              <a:srgbClr val="D8D0C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1444752"/>
            <a:ext cx="292608" cy="292608"/>
          </a:xfrm>
          <a:prstGeom prst="ellipse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144475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1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969264" y="1417320"/>
            <a:ext cx="2468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load_dataset()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3520440" y="141732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4A4A"/>
                </a:solidFill>
              </a:rPr>
              <a:t>Auto-detect CSV or folder layout; handle column renaming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1911096"/>
            <a:ext cx="8229600" cy="530352"/>
          </a:xfrm>
          <a:prstGeom prst="rect">
            <a:avLst/>
          </a:prstGeom>
          <a:solidFill>
            <a:srgbClr val="F5F0E8"/>
          </a:solidFill>
          <a:ln w="12700">
            <a:solidFill>
              <a:srgbClr val="D8D0C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66928" y="2029968"/>
            <a:ext cx="292608" cy="292608"/>
          </a:xfrm>
          <a:prstGeom prst="ellipse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66928" y="202996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2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969264" y="2002536"/>
            <a:ext cx="2468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clean_text()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3520440" y="2002536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4A4A"/>
                </a:solidFill>
              </a:rPr>
              <a:t>Strip non-ASCII, collapse whitespace — preserve original casing for BERT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7200" y="2496312"/>
            <a:ext cx="8229600" cy="530352"/>
          </a:xfrm>
          <a:prstGeom prst="rect">
            <a:avLst/>
          </a:prstGeom>
          <a:solidFill>
            <a:srgbClr val="FAF7F2"/>
          </a:solidFill>
          <a:ln w="12700">
            <a:solidFill>
              <a:srgbClr val="D8D0C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66928" y="2615184"/>
            <a:ext cx="292608" cy="292608"/>
          </a:xfrm>
          <a:prstGeom prst="ellipse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66928" y="261518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3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969264" y="2587752"/>
            <a:ext cx="2468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preprocess()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3520440" y="2587752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4A4A"/>
                </a:solidFill>
              </a:rPr>
              <a:t>Drop nulls &amp; duplicates; add label_id and text_lower columns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57200" y="3081528"/>
            <a:ext cx="8229600" cy="530352"/>
          </a:xfrm>
          <a:prstGeom prst="rect">
            <a:avLst/>
          </a:prstGeom>
          <a:solidFill>
            <a:srgbClr val="F5F0E8"/>
          </a:solidFill>
          <a:ln w="12700">
            <a:solidFill>
              <a:srgbClr val="D8D0C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66928" y="3200400"/>
            <a:ext cx="292608" cy="292608"/>
          </a:xfrm>
          <a:prstGeom prst="ellipse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66928" y="320040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4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969264" y="3172968"/>
            <a:ext cx="2468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split_dataset()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3520440" y="3172968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4A4A"/>
                </a:solidFill>
              </a:rPr>
              <a:t>Stratified split — BBC: 70/15/15  ·  AG News: 85/15 train+val, official test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57200" y="3666744"/>
            <a:ext cx="8229600" cy="530352"/>
          </a:xfrm>
          <a:prstGeom prst="rect">
            <a:avLst/>
          </a:prstGeom>
          <a:solidFill>
            <a:srgbClr val="FAF7F2"/>
          </a:solidFill>
          <a:ln w="12700">
            <a:solidFill>
              <a:srgbClr val="D8D0C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66928" y="3785616"/>
            <a:ext cx="292608" cy="292608"/>
          </a:xfrm>
          <a:prstGeom prst="ellipse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66928" y="378561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5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969264" y="3758184"/>
            <a:ext cx="2468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make_debug_subset()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3520440" y="3758184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4A4A"/>
                </a:solidFill>
              </a:rPr>
              <a:t>10 samples per class (40–50 rows) — fast smoke-testing for teammates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457200" y="4251960"/>
            <a:ext cx="8229600" cy="530352"/>
          </a:xfrm>
          <a:prstGeom prst="rect">
            <a:avLst/>
          </a:prstGeom>
          <a:solidFill>
            <a:srgbClr val="F5F0E8"/>
          </a:solidFill>
          <a:ln w="12700">
            <a:solidFill>
              <a:srgbClr val="D8D0C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66928" y="4370832"/>
            <a:ext cx="292608" cy="292608"/>
          </a:xfrm>
          <a:prstGeom prst="ellipse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66928" y="437083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6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969264" y="4343400"/>
            <a:ext cx="2468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save_splits()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3520440" y="434340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4A4A"/>
                </a:solidFill>
              </a:rPr>
              <a:t>Write train / val / test / debug CSVs to data/processed/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457200" y="4645152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888888"/>
                </a:solidFill>
              </a:rPr>
              <a:t>random_state = 42 throughout — fully reproducible splits every run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0" y="4818888"/>
            <a:ext cx="9144000" cy="324612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74320" y="4828032"/>
            <a:ext cx="85953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AAAAAA"/>
                </a:solidFill>
              </a:rPr>
              <a:t>Ming-Hsiang Lee  ·  Data Pipeline &amp; Preprocessing  ·  News Topic Classification  ·  Group 2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0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A1A1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Shared Column Schema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4A4A"/>
                </a:solidFill>
              </a:rPr>
              <a:t>All four CSVs (train / val / test / debug) share the same four columns — one format for all models</a:t>
            </a:r>
            <a:endParaRPr lang="en-US" sz="12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70432"/>
          <a:ext cx="8229600" cy="2011680"/>
        </p:xfrm>
        <a:graphic>
          <a:graphicData uri="http://schemas.openxmlformats.org/drawingml/2006/table">
            <a:tbl>
              <a:tblPr/>
              <a:tblGrid>
                <a:gridCol w="1554480"/>
                <a:gridCol w="868680"/>
                <a:gridCol w="3886200"/>
                <a:gridCol w="1920240"/>
              </a:tblGrid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Column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Type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Content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Used by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label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4A"/>
                          </a:solidFill>
                        </a:rPr>
                        <a:t>string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A4A4A"/>
                          </a:solidFill>
                        </a:rPr>
                        <a:t>Category name, lowercase — e.g. 'sport'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A4A4A"/>
                          </a:solidFill>
                        </a:rPr>
                        <a:t>Everyone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label_id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4A"/>
                          </a:solidFill>
                        </a:rPr>
                        <a:t>int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A4A4A"/>
                          </a:solidFill>
                        </a:rPr>
                        <a:t>Integer encoding (e.g. business=0)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A4A4A"/>
                          </a:solidFill>
                        </a:rPr>
                        <a:t>Ruoxuan, Xinyan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text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4A"/>
                          </a:solidFill>
                        </a:rPr>
                        <a:t>string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A4A4A"/>
                          </a:solidFill>
                        </a:rPr>
                        <a:t>Cleaned article — original casing preserved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007B8A"/>
                          </a:solidFill>
                        </a:rPr>
                        <a:t>Xinyan (BERT)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text_lower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4A"/>
                          </a:solidFill>
                        </a:rPr>
                        <a:t>string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A4A4A"/>
                          </a:solidFill>
                        </a:rPr>
                        <a:t>Same text, fully lowercased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007B8A"/>
                          </a:solidFill>
                        </a:rPr>
                        <a:t>Ruoxuan (TF-IDF / LR)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57200" y="3337560"/>
            <a:ext cx="3931920" cy="1234440"/>
          </a:xfrm>
          <a:prstGeom prst="rect">
            <a:avLst/>
          </a:prstGeom>
          <a:solidFill>
            <a:srgbClr val="FAF7F2"/>
          </a:solidFill>
          <a:ln w="12700">
            <a:solidFill>
              <a:srgbClr val="D8D0C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457200" y="3337560"/>
            <a:ext cx="2011680" cy="347472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457200" y="3337560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Design note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94360" y="3749040"/>
            <a:ext cx="36118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A4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text</a:t>
            </a:r>
            <a:pPr indent="0" marL="0">
              <a:buNone/>
            </a:pPr>
            <a:r>
              <a:rPr lang="en-US" sz="1100" dirty="0">
                <a:solidFill>
                  <a:srgbClr val="4A4A4A"/>
                </a:solidFill>
              </a:rPr>
              <a:t> keeps original casing — BERT is case-sensitive.
</a:t>
            </a:r>
            <a:pPr indent="0" marL="0">
              <a:buNone/>
            </a:pPr>
            <a:r>
              <a:rPr lang="en-US" sz="1100" b="1" dirty="0">
                <a:solidFill>
                  <a:srgbClr val="4A4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text_lower</a:t>
            </a:r>
            <a:pPr indent="0" marL="0">
              <a:buNone/>
            </a:pPr>
            <a:r>
              <a:rPr lang="en-US" sz="1100" dirty="0">
                <a:solidFill>
                  <a:srgbClr val="4A4A4A"/>
                </a:solidFill>
              </a:rPr>
              <a:t> is pre-lowercased for the n-gram baseline.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4A4A4A"/>
                </a:solidFill>
              </a:rPr>
              <a:t>One shared file, zero conversion needed.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4526280" y="3337560"/>
            <a:ext cx="4160520" cy="1234440"/>
          </a:xfrm>
          <a:prstGeom prst="rect">
            <a:avLst/>
          </a:prstGeom>
          <a:solidFill>
            <a:srgbClr val="FAF7F2"/>
          </a:solidFill>
          <a:ln w="12700">
            <a:solidFill>
              <a:srgbClr val="D8D0C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526280" y="3337560"/>
            <a:ext cx="2560320" cy="347472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526280" y="3337560"/>
            <a:ext cx="2560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Import in any script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4663440" y="3749040"/>
            <a:ext cx="3886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src.data_preprocessing import LABEL_MAP, ID_TO_LABEL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LABEL_MAP:   {'business': 0, 'sport': 3, ...}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ID_TO_LABEL: {0: 'business', 3: 'sport', ...}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0" y="4818888"/>
            <a:ext cx="9144000" cy="324612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274320" y="4828032"/>
            <a:ext cx="85953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AAAAAA"/>
                </a:solidFill>
              </a:rPr>
              <a:t>Ming-Hsiang Lee  ·  Data Pipeline &amp; Preprocessing  ·  News Topic Classification  ·  Group 2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0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A1A1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AG News Migration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868680"/>
            <a:ext cx="1097280" cy="347472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868680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Why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1691640" y="886968"/>
            <a:ext cx="6995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A4A4A"/>
                </a:solidFill>
              </a:rPr>
              <a:t>BBC News (1.2k articles) was too small to stress-test BERT. AG News (127.6k) is a standard benchmark with a balanced 4-class setup.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457200" y="1389888"/>
            <a:ext cx="2286000" cy="347472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389888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Split strategy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02920" y="1828800"/>
            <a:ext cx="2560320" cy="256032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40080" y="1965960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Train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40080" y="237744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102,000</a:t>
            </a:r>
            <a:endParaRPr lang="en-US" sz="4200" dirty="0"/>
          </a:p>
        </p:txBody>
      </p:sp>
      <p:sp>
        <p:nvSpPr>
          <p:cNvPr id="11" name="Text 9"/>
          <p:cNvSpPr/>
          <p:nvPr/>
        </p:nvSpPr>
        <p:spPr>
          <a:xfrm>
            <a:off x="640080" y="32918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AAAAA"/>
                </a:solidFill>
              </a:rPr>
              <a:t>rows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40080" y="361188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CCCCC"/>
                </a:solidFill>
              </a:rPr>
              <a:t>85% of official train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CCCCC"/>
                </a:solidFill>
              </a:rPr>
              <a:t>Stratified by class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3291840" y="1828800"/>
            <a:ext cx="2560320" cy="2560320"/>
          </a:xfrm>
          <a:prstGeom prst="rect">
            <a:avLst/>
          </a:prstGeom>
          <a:solidFill>
            <a:srgbClr val="FAF7F2"/>
          </a:solidFill>
          <a:ln w="25400">
            <a:solidFill>
              <a:srgbClr val="1A1A1A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3429000" y="1965960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</a:rPr>
              <a:t>Val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3429000" y="237744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1A1A1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18,000</a:t>
            </a:r>
            <a:endParaRPr lang="en-US" sz="4200" dirty="0"/>
          </a:p>
        </p:txBody>
      </p:sp>
      <p:sp>
        <p:nvSpPr>
          <p:cNvPr id="16" name="Text 14"/>
          <p:cNvSpPr/>
          <p:nvPr/>
        </p:nvSpPr>
        <p:spPr>
          <a:xfrm>
            <a:off x="3429000" y="32918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88888"/>
                </a:solidFill>
              </a:rPr>
              <a:t>rows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3429000" y="361188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A4A4A"/>
                </a:solidFill>
              </a:rPr>
              <a:t>15% of official train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4A4A4A"/>
                </a:solidFill>
              </a:rPr>
              <a:t>Carved — not from test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6080760" y="1828800"/>
            <a:ext cx="2560320" cy="2560320"/>
          </a:xfrm>
          <a:prstGeom prst="rect">
            <a:avLst/>
          </a:prstGeom>
          <a:solidFill>
            <a:srgbClr val="FAF7F2"/>
          </a:solidFill>
          <a:ln w="25400">
            <a:solidFill>
              <a:srgbClr val="1A1A1A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6217920" y="1965960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</a:rPr>
              <a:t>Test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217920" y="237744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1A1A1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7,600</a:t>
            </a:r>
            <a:endParaRPr lang="en-US" sz="4200" dirty="0"/>
          </a:p>
        </p:txBody>
      </p:sp>
      <p:sp>
        <p:nvSpPr>
          <p:cNvPr id="21" name="Text 19"/>
          <p:cNvSpPr/>
          <p:nvPr/>
        </p:nvSpPr>
        <p:spPr>
          <a:xfrm>
            <a:off x="6217920" y="32918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88888"/>
                </a:solidFill>
              </a:rPr>
              <a:t>rows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217920" y="361188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A4A4A"/>
                </a:solidFill>
              </a:rPr>
              <a:t>Official AG News test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4A4A4A"/>
                </a:solidFill>
              </a:rPr>
              <a:t>Kept completely unchanged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457200" y="4645152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88888"/>
                </a:solidFill>
              </a:rPr>
              <a:t>Official test is kept unchanged — results are directly comparable to published AG News benchmarks. All 4 classes perfectly balanced (25% each).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0" y="4818888"/>
            <a:ext cx="9144000" cy="324612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74320" y="4828032"/>
            <a:ext cx="85953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AAAAAA"/>
                </a:solidFill>
              </a:rPr>
              <a:t>Ming-Hsiang Lee  ·  Data Pipeline &amp; Preprocessing  ·  News Topic Classification  ·  Group 2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0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A1A1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Folder Structure &amp; Team Handoff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914400"/>
            <a:ext cx="4572000" cy="365760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594360" y="1005840"/>
            <a:ext cx="4297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5C84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data/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94360" y="1202436"/>
            <a:ext cx="4297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0CA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raw/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94360" y="1399032"/>
            <a:ext cx="4297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├── bbc-text.csv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94360" y="1595628"/>
            <a:ext cx="4297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├── ag_news_train.csv   (120k rows)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94360" y="1792224"/>
            <a:ext cx="4297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└── ag_news_test.csv    (7.6k rows)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94360" y="1988820"/>
            <a:ext cx="4297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0CA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└── processed/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594360" y="2185416"/>
            <a:ext cx="4297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5D6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├── bbc/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594360" y="2382012"/>
            <a:ext cx="4297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│   ├── train / val / test / debug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594360" y="2578608"/>
            <a:ext cx="4297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D1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└── agnews/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594360" y="2775204"/>
            <a:ext cx="4297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├── train.csv   (102,000 rows)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594360" y="2971800"/>
            <a:ext cx="4297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├── val.csv     ( 18,000 rows)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94360" y="3168396"/>
            <a:ext cx="4297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├── test.csv    (  7,600 rows)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594360" y="3364992"/>
            <a:ext cx="4297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└── debug.csv   (     40 rows)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5212080" y="960120"/>
            <a:ext cx="3474720" cy="1078992"/>
          </a:xfrm>
          <a:prstGeom prst="rect">
            <a:avLst/>
          </a:prstGeom>
          <a:solidFill>
            <a:srgbClr val="FAF7F2"/>
          </a:solidFill>
          <a:ln w="12700">
            <a:solidFill>
              <a:srgbClr val="D8D0C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5212080" y="960120"/>
            <a:ext cx="2743200" cy="347472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212080" y="960120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Both datasets preserved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5349240" y="1399032"/>
            <a:ext cx="3200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4A4A"/>
                </a:solidFill>
              </a:rPr>
              <a:t>BBC data stays in bbc/, AG News in agnews/. Switch datasets by changing one path.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212080" y="2167128"/>
            <a:ext cx="3474720" cy="1078992"/>
          </a:xfrm>
          <a:prstGeom prst="rect">
            <a:avLst/>
          </a:prstGeom>
          <a:solidFill>
            <a:srgbClr val="FAF7F2"/>
          </a:solidFill>
          <a:ln w="12700">
            <a:solidFill>
              <a:srgbClr val="D8D0C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5212080" y="2167128"/>
            <a:ext cx="2743200" cy="347472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212080" y="2167128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All data committed to repo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49240" y="2606040"/>
            <a:ext cx="3200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4A4A"/>
                </a:solidFill>
              </a:rPr>
              <a:t>Teammates only need  pip install  to start — no download or preprocessing step.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5212080" y="3374136"/>
            <a:ext cx="3474720" cy="1078992"/>
          </a:xfrm>
          <a:prstGeom prst="rect">
            <a:avLst/>
          </a:prstGeom>
          <a:solidFill>
            <a:srgbClr val="FAF7F2"/>
          </a:solidFill>
          <a:ln w="12700">
            <a:solidFill>
              <a:srgbClr val="D8D0C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5212080" y="3374136"/>
            <a:ext cx="2743200" cy="347472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212080" y="337413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debug.csv in both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5349240" y="3813048"/>
            <a:ext cx="3200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4A4A"/>
                </a:solidFill>
              </a:rPr>
              <a:t>40 rows (AG News) and 50 rows (BBC) — 10 per class — for fast smoke-testing without a full training run.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0" y="4818888"/>
            <a:ext cx="9144000" cy="324612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74320" y="4828032"/>
            <a:ext cx="85953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AAAAAA"/>
                </a:solidFill>
              </a:rPr>
              <a:t>Ming-Hsiang Lee  ·  Data Pipeline &amp; Preprocessing  ·  News Topic Classification  ·  Group 2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0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18872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0" b="1" dirty="0">
                <a:solidFill>
                  <a:srgbClr val="1A1A1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Thank You</a:t>
            </a:r>
            <a:endParaRPr lang="en-US" sz="7200" dirty="0"/>
          </a:p>
        </p:txBody>
      </p:sp>
      <p:sp>
        <p:nvSpPr>
          <p:cNvPr id="3" name="Shape 1"/>
          <p:cNvSpPr/>
          <p:nvPr/>
        </p:nvSpPr>
        <p:spPr>
          <a:xfrm>
            <a:off x="0" y="4251960"/>
            <a:ext cx="9144000" cy="89154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4315968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Group 2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466344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AAAAAA"/>
                </a:solidFill>
              </a:rPr>
              <a:t>Ming-Hsiang Lee  ·  lee.minghsi@northeastern.edu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3200400" y="4315968"/>
            <a:ext cx="5669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AAA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src/download_data.py  ·  src/data_preprocessing.py  ·  data/processed/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 Pipeline &amp; Dataset Preparation</dc:title>
  <dc:subject>PptxGenJS Presentation</dc:subject>
  <dc:creator>Thomas Lee</dc:creator>
  <cp:lastModifiedBy>Thomas Lee</cp:lastModifiedBy>
  <cp:revision>1</cp:revision>
  <dcterms:created xsi:type="dcterms:W3CDTF">2026-04-08T05:54:54Z</dcterms:created>
  <dcterms:modified xsi:type="dcterms:W3CDTF">2026-04-08T05:54:54Z</dcterms:modified>
</cp:coreProperties>
</file>