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8229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Pipeline &amp;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 Preparation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31596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BBBBB"/>
                </a:solidFill>
              </a:rPr>
              <a:t>Data Download  ·  Preprocessing  ·  Dataset Migration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Preparation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82296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875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875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33856" y="10789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Data Download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54680" y="10607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Wrote download_data.py to fetch BBC News and AG News automatically from HuggingFace — no API key, one command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33856" y="14904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src/download_data.py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901952"/>
            <a:ext cx="8229600" cy="82296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019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019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33856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Data Preprocessing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54680" y="19751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Built full preprocessing pipeline: text cleaning, stratified splits, shared column schema, debug subset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33856" y="24048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src/data_preprocessing.py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8229600" cy="82296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8163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8163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33856" y="29077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Dataset Migration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54680" y="28895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Switched from BBC News (5 classes, 1.2k) to AG News (4 classes, 127.6k) — rewrote both scripts, designed split strategy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33856" y="33192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src/download_data.py  ·  src/data_preprocessing.py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82296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730752"/>
            <a:ext cx="566928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730752"/>
            <a:ext cx="5669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33856" y="38221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Team Infrastructure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54680" y="380390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Committed all data to repo, defined shared LABEL_MAP, organized bbc/ and agnews/ folders, documented in README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33856" y="4233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  ·  README.md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Timeline &amp; Milestones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0584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Week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72768" y="822960"/>
            <a:ext cx="352044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72768" y="82296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Proposed Plan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0368" y="822960"/>
            <a:ext cx="3456432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30368" y="822960"/>
            <a:ext cx="3456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Actual Progress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261872"/>
            <a:ext cx="8229600" cy="859536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1005840" cy="8595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261872"/>
            <a:ext cx="1005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64208" y="1353312"/>
            <a:ext cx="3401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Finalize dataset and complete preprocessing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184648" y="1371600"/>
            <a:ext cx="0" cy="640080"/>
          </a:xfrm>
          <a:prstGeom prst="line">
            <a:avLst/>
          </a:prstGeom>
          <a:noFill/>
          <a:ln w="12700">
            <a:solidFill>
              <a:srgbClr val="D8D0C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30368" y="1353312"/>
            <a:ext cx="914400" cy="274320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30368" y="1353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ON TRACK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230368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BBC News pipeline complete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230368" y="18836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download_data.py + data_preprocessing.py committed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All processed CSVs in repo — teammates can use immediately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176272"/>
            <a:ext cx="8229600" cy="859536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176272"/>
            <a:ext cx="1005840" cy="8595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176272"/>
            <a:ext cx="1005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64208" y="2267712"/>
            <a:ext cx="3401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Develop baseline classifier using n-gram features and Logistic Regression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184648" y="2286000"/>
            <a:ext cx="0" cy="640080"/>
          </a:xfrm>
          <a:prstGeom prst="line">
            <a:avLst/>
          </a:prstGeom>
          <a:noFill/>
          <a:ln w="12700">
            <a:solidFill>
              <a:srgbClr val="D8D0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2267712"/>
            <a:ext cx="914400" cy="274320"/>
          </a:xfrm>
          <a:prstGeom prst="rect">
            <a:avLst/>
          </a:prstGeom>
          <a:solidFill>
            <a:srgbClr val="007B8A"/>
          </a:solidFill>
          <a:ln w="12700">
            <a:solidFill>
              <a:srgbClr val="007B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30368" y="2267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AHEAD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230368" y="25786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Baseline + BERT both done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30368" y="27980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Both pipelines committed the same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Proposal planned these as separate weeks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090672"/>
            <a:ext cx="8229600" cy="859536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090672"/>
            <a:ext cx="1005840" cy="8595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090672"/>
            <a:ext cx="1005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664208" y="3182112"/>
            <a:ext cx="3401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Fine-tune BERT/DistilBERT and compare results against the baseline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184648" y="3200400"/>
            <a:ext cx="0" cy="640080"/>
          </a:xfrm>
          <a:prstGeom prst="line">
            <a:avLst/>
          </a:prstGeom>
          <a:noFill/>
          <a:ln w="12700">
            <a:solidFill>
              <a:srgbClr val="D8D0C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30368" y="3182112"/>
            <a:ext cx="914400" cy="274320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1821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ON TRACK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230368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Evaluation &amp; error analysis added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230368" y="37124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BBC test accuracy ~97.8% (baseline)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Results solid — but 1.2k articles felt too small for BERT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005072"/>
            <a:ext cx="8229600" cy="8595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4005072"/>
            <a:ext cx="1005840" cy="85953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005072"/>
            <a:ext cx="1005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Week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664208" y="4096512"/>
            <a:ext cx="34015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AAAA"/>
                </a:solidFill>
              </a:rPr>
              <a:t>Conduct error analysis, consolidate findings, and prepare the final presentation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184648" y="4114800"/>
            <a:ext cx="0" cy="64008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30368" y="4096512"/>
            <a:ext cx="914400" cy="274320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30368" y="4096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</a:rPr>
              <a:t>EXPANDED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230368" y="44074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Expanded scope to AG News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30368" y="4626864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Migrated pipeline to AG News (127.6k articles)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BBBBB"/>
                </a:solidFill>
              </a:rPr>
              <a:t>Baseline + BERT both updated within 2 days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Datasets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686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BBC News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AG News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B8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Initial prototype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7B8A"/>
                          </a:solidFill>
                        </a:rPr>
                        <a:t>Full benchmark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Size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1,194 articles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127,600 articles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Categories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Label set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Business, Entertainment,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Politics, Sport, Tech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World, Sports,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Business, Sci/Tech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Input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Full news articles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(~395 words avg)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Title + short description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(~50 words avg)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Train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835 rows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102,000 rows (85%)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Val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179 rows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18,000 rows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180 rows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</a:rPr>
                        <a:t>7,600 rows (official)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Source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SetFit/bbc-news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fancyzhx/ag_news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Preprocessing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325880" cy="7772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9144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Raw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00200" y="1303020"/>
            <a:ext cx="256032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856232" y="914400"/>
            <a:ext cx="1554480" cy="777240"/>
          </a:xfrm>
          <a:prstGeom prst="rect">
            <a:avLst/>
          </a:prstGeom>
          <a:solidFill>
            <a:srgbClr val="FAF7F2"/>
          </a:solidFill>
          <a:ln w="1905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965960" y="100584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load_dataset()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65960" y="1298448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Auto-detect CSV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or folder layout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10712" y="1303020"/>
            <a:ext cx="256032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666744" y="914400"/>
            <a:ext cx="1554480" cy="777240"/>
          </a:xfrm>
          <a:prstGeom prst="rect">
            <a:avLst/>
          </a:prstGeom>
          <a:solidFill>
            <a:srgbClr val="FAF7F2"/>
          </a:solidFill>
          <a:ln w="1905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76472" y="100584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clean_text()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76472" y="1298448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Strip non-ASCII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Keep original casing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221224" y="1303020"/>
            <a:ext cx="256032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77256" y="914400"/>
            <a:ext cx="1554480" cy="777240"/>
          </a:xfrm>
          <a:prstGeom prst="rect">
            <a:avLst/>
          </a:prstGeom>
          <a:solidFill>
            <a:srgbClr val="FAF7F2"/>
          </a:solidFill>
          <a:ln w="1905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86984" y="100584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preprocess()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86984" y="1298448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Drop nulls/dupes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Add label_id &amp; text_lower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031736" y="1303020"/>
            <a:ext cx="256032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87768" y="914400"/>
            <a:ext cx="1554480" cy="777240"/>
          </a:xfrm>
          <a:prstGeom prst="rect">
            <a:avLst/>
          </a:prstGeom>
          <a:solidFill>
            <a:srgbClr val="FAF7F2"/>
          </a:solidFill>
          <a:ln w="1905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97496" y="100584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split_dataset()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97496" y="1298448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BBC: 70/15/15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AG News: 85/15 + official test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065008" y="1691640"/>
            <a:ext cx="0" cy="256032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287768" y="2606040"/>
            <a:ext cx="1554480" cy="777240"/>
          </a:xfrm>
          <a:prstGeom prst="rect">
            <a:avLst/>
          </a:prstGeom>
          <a:solidFill>
            <a:srgbClr val="FAF7F2"/>
          </a:solidFill>
          <a:ln w="1905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97496" y="269748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make_debug_subset()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97496" y="2990088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10 samples/class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Smoke-testing subset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287768" y="2994660"/>
            <a:ext cx="-256032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77256" y="2606040"/>
            <a:ext cx="1554480" cy="777240"/>
          </a:xfrm>
          <a:prstGeom prst="rect">
            <a:avLst/>
          </a:prstGeom>
          <a:solidFill>
            <a:srgbClr val="FAF7F2"/>
          </a:solidFill>
          <a:ln w="1905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586984" y="269748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save_splits()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86984" y="2990088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Write train/val/test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A4A"/>
                </a:solidFill>
              </a:rPr>
              <a:t>&amp; debug CSVs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77256" y="2994660"/>
            <a:ext cx="-256032" cy="0"/>
          </a:xfrm>
          <a:prstGeom prst="line">
            <a:avLst/>
          </a:prstGeom>
          <a:noFill/>
          <a:ln w="19050">
            <a:solidFill>
              <a:srgbClr val="88888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084832" y="2606040"/>
            <a:ext cx="1325880" cy="777240"/>
          </a:xfrm>
          <a:prstGeom prst="rect">
            <a:avLst/>
          </a:prstGeom>
          <a:solidFill>
            <a:srgbClr val="007B8A"/>
          </a:solidFill>
          <a:ln w="12700">
            <a:solidFill>
              <a:srgbClr val="007B8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084832" y="26060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Processed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CSVs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10512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4A"/>
                </a:solidFill>
              </a:rPr>
              <a:t>train / val / test / debug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4A4A"/>
                </a:solidFill>
              </a:rPr>
              <a:t>Ready for models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754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random_state = 42 — fully reproducible splits every run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Shared Column Schema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</a:rPr>
              <a:t>All four CSVs (train / val / test / debug) share the same four columns — one format for all models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2011680"/>
        </p:xfrm>
        <a:graphic>
          <a:graphicData uri="http://schemas.openxmlformats.org/drawingml/2006/table">
            <a:tbl>
              <a:tblPr/>
              <a:tblGrid>
                <a:gridCol w="1554480"/>
                <a:gridCol w="868680"/>
                <a:gridCol w="3886200"/>
                <a:gridCol w="192024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Used by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Category name, lowercase — e.g. 'sport'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Everyone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label_id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int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Integer encoding (e.g. business=0)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Ruoxuan, Xinyan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text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Cleaned article — original casing preserved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7B8A"/>
                          </a:solidFill>
                        </a:rPr>
                        <a:t>Xinyan (BERT)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text_lower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string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</a:rPr>
                        <a:t>Same text, fully lowercased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7B8A"/>
                          </a:solidFill>
                        </a:rPr>
                        <a:t>Ruoxuan (TF-IDF / LR)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337560"/>
            <a:ext cx="3931920" cy="14173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3337560"/>
            <a:ext cx="20116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337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Design note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374904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 keeps original casing — BERT is case-sensitive.
</a:t>
            </a:r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text_lower</a:t>
            </a:r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 is pre-lowercased for the n-gram baseline.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One shared file, zero conversion needed.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26280" y="3337560"/>
            <a:ext cx="4160520" cy="14173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3337560"/>
            <a:ext cx="256032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26280" y="33375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Import in any script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663440" y="3749040"/>
            <a:ext cx="3886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src.data_preprocessing import LABEL_MAP, ID_TO_LABEL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LABEL_MAP:   {'business': 0, 'sport': 3, ...}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ID_TO_LABEL: {0: 'business', 3: 'sport', ...}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 News Migration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Why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91640" y="886968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</a:rPr>
              <a:t>BBC News (1.2k articles) was too small to stress-test BERT. AG News (127.6k) is a standard benchmark with a balanced 4-class setup.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389888"/>
            <a:ext cx="22860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898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Split strategy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2560320" cy="2560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102,000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AAAA"/>
                </a:solidFill>
              </a:rPr>
              <a:t>rows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</a:rPr>
              <a:t>85% of official train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</a:rPr>
              <a:t>Stratified by class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91840" y="1828800"/>
            <a:ext cx="2560320" cy="2560320"/>
          </a:xfrm>
          <a:prstGeom prst="rect">
            <a:avLst/>
          </a:prstGeom>
          <a:solidFill>
            <a:srgbClr val="FAF7F2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2900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18,000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42900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rows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15% of official train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Carved — not from test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80760" y="1828800"/>
            <a:ext cx="2560320" cy="2560320"/>
          </a:xfrm>
          <a:prstGeom prst="rect">
            <a:avLst/>
          </a:prstGeom>
          <a:solidFill>
            <a:srgbClr val="FAF7F2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1792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Test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7,600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21792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rows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36118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Official AG News test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</a:rPr>
              <a:t>Kept completely unchanged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64515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Official test is kept unchanged — results are directly comparable to published AG News benchmarks. All 4 classes perfectly balanced (25% each).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Folder Structure &amp; Team Handoff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3977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2412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C8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94360" y="124815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raw/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94360" y="1472184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bbc-text.csv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696212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ag_news_train.csv   (120k rows)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ag_news_test.csv    (7.6k rows)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214426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0CA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processed/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6829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bbc/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2592324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│   ├── train / val / test / debug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816352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1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agnews/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30403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train.csv   (102,000 rows)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326440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val.csv     ( 18,000 rows)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4360" y="348843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test.csv    (  7,600 rows)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712464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└── debug.csv   (     40 rows)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212080" y="960120"/>
            <a:ext cx="3474720" cy="11887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12080" y="960120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9601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Both datasets preserved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49240" y="1399032"/>
            <a:ext cx="32004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BBC data stays in bbc/, AG News in agnews/. Switch datasets by changing one path.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12080" y="2267712"/>
            <a:ext cx="3474720" cy="11887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12080" y="2267712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226771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All data committed to repo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2706624"/>
            <a:ext cx="32004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Teammates only need  pip install  to start — no download or preprocessing step.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212080" y="3575304"/>
            <a:ext cx="3474720" cy="1188720"/>
          </a:xfrm>
          <a:prstGeom prst="rect">
            <a:avLst/>
          </a:prstGeom>
          <a:solidFill>
            <a:srgbClr val="FAF7F2"/>
          </a:solidFill>
          <a:ln w="12700">
            <a:solidFill>
              <a:srgbClr val="D8D0C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212080" y="3575304"/>
            <a:ext cx="2743200" cy="3474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357530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debug.csv in both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49240" y="4014216"/>
            <a:ext cx="32004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</a:rPr>
              <a:t>40 rows (AG News) and 50 rows (BBC) — 10 per class — for fast smoke-testing.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Pipeline &amp; Dataset Preparation</dc:title>
  <dc:subject>PptxGenJS Presentation</dc:subject>
  <dc:creator>Thomas Lee</dc:creator>
  <cp:lastModifiedBy>Thomas Lee</cp:lastModifiedBy>
  <cp:revision>1</cp:revision>
  <dcterms:created xsi:type="dcterms:W3CDTF">2026-04-10T03:44:42Z</dcterms:created>
  <dcterms:modified xsi:type="dcterms:W3CDTF">2026-04-10T03:44:42Z</dcterms:modified>
</cp:coreProperties>
</file>